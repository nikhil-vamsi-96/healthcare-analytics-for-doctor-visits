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2" r:id="rId11"/>
    <p:sldId id="340" r:id="rId12"/>
    <p:sldId id="341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D7422-597D-4DB3-883B-5A236A26AF62}" v="284" dt="2026-09-19T13:30:36.78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20" d="100"/>
          <a:sy n="120" d="100"/>
        </p:scale>
        <p:origin x="126" y="12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khil-vamsi-96/Healthcare-Analytics-for-Doctor-Visits" TargetMode="External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F46D2-9DD7-3934-E199-14E05FF804B1}"/>
              </a:ext>
            </a:extLst>
          </p:cNvPr>
          <p:cNvSpPr txBox="1"/>
          <p:nvPr/>
        </p:nvSpPr>
        <p:spPr>
          <a:xfrm>
            <a:off x="772297" y="3223054"/>
            <a:ext cx="912340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i="0" u="none" strike="noStrike" baseline="0" dirty="0">
                <a:solidFill>
                  <a:srgbClr val="000000"/>
                </a:solidFill>
                <a:latin typeface="Times New Roman"/>
              </a:rPr>
              <a:t>Project Title </a:t>
            </a:r>
            <a:r>
              <a:rPr lang="en-GB" sz="2800" b="1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GB" sz="2800" b="0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Healthcare Analytics for Doctor Visits _TIRTC</a:t>
            </a:r>
            <a:r>
              <a:rPr sz="2800"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2800" b="0" i="0" dirty="0">
                <a:latin typeface="Times New Roman"/>
                <a:ea typeface="Times New Roman"/>
                <a:cs typeface="Times New Roman"/>
              </a:rPr>
            </a:br>
            <a:r>
              <a:rPr lang="en-GB" sz="2800" b="1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Name</a:t>
            </a:r>
            <a:r>
              <a:rPr lang="en-GB" sz="2800" b="0" i="0" u="none" strike="noStrike" baseline="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 </a:t>
            </a:r>
            <a:r>
              <a:rPr lang="en-GB" sz="2800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 - Nikhil vamsi </a:t>
            </a:r>
            <a:r>
              <a:rPr lang="en-GB" sz="2800" dirty="0" err="1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</a:rPr>
              <a:t>Bandaaru</a:t>
            </a:r>
            <a:endParaRPr lang="en-GB" sz="2800" dirty="0">
              <a:solidFill>
                <a:srgbClr val="18113C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800" b="1" dirty="0">
                <a:solidFill>
                  <a:srgbClr val="18113C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ID -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2000" dirty="0">
                <a:solidFill>
                  <a:srgbClr val="020617"/>
                </a:solidFill>
                <a:highlight>
                  <a:srgbClr val="FFFFFF"/>
                </a:highlight>
                <a:ea typeface="+mn-lt"/>
                <a:cs typeface="+mn-lt"/>
              </a:rPr>
              <a:t>STU6655f9316508b1716910385</a:t>
            </a:r>
            <a:endParaRPr lang="en-GB" sz="2000" dirty="0">
              <a:solidFill>
                <a:srgbClr val="18113C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291" y="1710800"/>
            <a:ext cx="7955829" cy="45967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/>
              <a:t>Healthcare organizations generate large amounts of patient-related data, but identifying meaningful patterns from this data can be challenging.</a:t>
            </a:r>
          </a:p>
          <a:p>
            <a:r>
              <a:rPr lang="en-US" sz="1800" dirty="0"/>
              <a:t>This project focuses on analyzing healthcare data to understand:</a:t>
            </a:r>
          </a:p>
          <a:p>
            <a:r>
              <a:rPr lang="en-US" sz="1800" dirty="0"/>
              <a:t>Patterns in doctor visits</a:t>
            </a:r>
          </a:p>
          <a:p>
            <a:r>
              <a:rPr lang="en-US" sz="1800" dirty="0"/>
              <a:t>Relationship between illness and doctor visits</a:t>
            </a:r>
          </a:p>
          <a:p>
            <a:r>
              <a:rPr lang="en-US" sz="1800" dirty="0"/>
              <a:t>Differences in healthcare utilization across gender</a:t>
            </a:r>
          </a:p>
          <a:p>
            <a:r>
              <a:rPr lang="en-US" sz="1800" dirty="0"/>
              <a:t>Association between health conditions and visits</a:t>
            </a:r>
          </a:p>
          <a:p>
            <a:r>
              <a:rPr lang="en-US" sz="1800" dirty="0"/>
              <a:t>Impact of reduced activity on healthcare visits</a:t>
            </a:r>
          </a:p>
          <a:p>
            <a:r>
              <a:rPr lang="en-US" sz="1800" dirty="0"/>
              <a:t>Healthcare coverage and chronic-condition patterns</a:t>
            </a:r>
          </a:p>
          <a:p>
            <a:r>
              <a:rPr lang="en-US" sz="1800" dirty="0"/>
              <a:t>The goal is to use </a:t>
            </a:r>
            <a:r>
              <a:rPr lang="en-US" sz="1800" b="1" dirty="0"/>
              <a:t>Python-based data analysis and visualization</a:t>
            </a:r>
            <a:r>
              <a:rPr lang="en-US" sz="1800" dirty="0"/>
              <a:t> to transform healthcare data into clear and meaningful insights that can support better understanding of healthcare utilization.</a:t>
            </a:r>
          </a:p>
          <a:p>
            <a:pPr marL="0" indent="0">
              <a:buNone/>
            </a:pPr>
            <a:endParaRPr lang="en-IN" sz="1800" dirty="0"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477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3D435385-7AC0-470D-9E31-F37454498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22" y="967686"/>
            <a:ext cx="9191708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healthcare data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patterns related to doctor visits and healthcare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Activities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and clean the healthcare dataset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patient-related variables such as gender, age, income, and illness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doctor visit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health and reduced-activity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Examine healthcare coverage and chronic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doctor visits across different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statistical summaries and visualizations to identify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the findings through clear and meaningful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• Pandas • NumPy • Matplotlib • Seaborn 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Hospitals and Clinics</a:t>
            </a:r>
            <a:r>
              <a:rPr lang="en-US" dirty="0">
                <a:latin typeface="Times New Roman"/>
                <a:cs typeface="Times New Roman"/>
              </a:rPr>
              <a:t> – to understand patient visit patterns.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Healthcare Analysts</a:t>
            </a:r>
            <a:r>
              <a:rPr lang="en-US" dirty="0">
                <a:latin typeface="Times New Roman"/>
                <a:cs typeface="Times New Roman"/>
              </a:rPr>
              <a:t> – to analyze healthcare data and trends.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Doctors and Healthcare Professionals</a:t>
            </a:r>
            <a:r>
              <a:rPr lang="en-US" dirty="0">
                <a:latin typeface="Times New Roman"/>
                <a:cs typeface="Times New Roman"/>
              </a:rPr>
              <a:t> – to understand patient health patterns.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Healthcare Administrators</a:t>
            </a:r>
            <a:r>
              <a:rPr lang="en-US" dirty="0">
                <a:latin typeface="Times New Roman"/>
                <a:cs typeface="Times New Roman"/>
              </a:rPr>
              <a:t> – to support resource and service planning.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Researchers</a:t>
            </a:r>
            <a:r>
              <a:rPr lang="en-US" dirty="0">
                <a:latin typeface="Times New Roman"/>
                <a:cs typeface="Times New Roman"/>
              </a:rPr>
              <a:t> – to study factors related to healthcare utilization. </a:t>
            </a: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Insurance Organizations</a:t>
            </a:r>
            <a:r>
              <a:rPr lang="en-US" dirty="0">
                <a:latin typeface="Times New Roman"/>
                <a:cs typeface="Times New Roman"/>
              </a:rPr>
              <a:t> – to analyze insurance and healthcare-related patterns.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WHO ARE THE END USERS?</a:t>
            </a:r>
            <a:endParaRPr lang="en-IN" sz="20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3807" y="1587019"/>
            <a:ext cx="9027702" cy="5243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Python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Programming language 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Pandas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Data loading, cleaning, and analysis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NumPy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Numerical operations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Matplotlib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Data visualization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Seaborn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Statistical graphs and heatmaps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Google </a:t>
            </a:r>
            <a:r>
              <a:rPr lang="en-IN" b="1" dirty="0" err="1">
                <a:latin typeface="Times New Roman"/>
                <a:ea typeface="+mn-lt"/>
                <a:cs typeface="Times New Roman"/>
              </a:rPr>
              <a:t>Colab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Development and execution platform </a:t>
            </a:r>
            <a:endParaRPr lang="en-IN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§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CSV Dataset</a:t>
            </a:r>
            <a:r>
              <a:rPr lang="en-IN" dirty="0">
                <a:latin typeface="Times New Roman"/>
                <a:ea typeface="+mn-lt"/>
                <a:cs typeface="Times New Roman"/>
              </a:rPr>
              <a:t> – Healthcare patient data source</a:t>
            </a:r>
            <a:endParaRPr lang="en-IN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670094" y="5922794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2000" b="0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C8B673-F5BC-1DC5-97AD-F87AFFB98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60" y="1190625"/>
            <a:ext cx="67056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715713" y="6440116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713" y="338785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60738" y="1243567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85450" y="1243567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709850" y="5890990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2000" b="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29336-76E2-428C-8849-72CA90B66F6D}"/>
              </a:ext>
            </a:extLst>
          </p:cNvPr>
          <p:cNvSpPr txBox="1"/>
          <p:nvPr/>
        </p:nvSpPr>
        <p:spPr>
          <a:xfrm>
            <a:off x="3478186" y="2753387"/>
            <a:ext cx="5235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IN" sz="4000" u="sng" dirty="0"/>
          </a:p>
        </p:txBody>
      </p:sp>
    </p:spTree>
    <p:extLst>
      <p:ext uri="{BB962C8B-B14F-4D97-AF65-F5344CB8AC3E}">
        <p14:creationId xmlns:p14="http://schemas.microsoft.com/office/powerpoint/2010/main" val="15349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CCDDE0-E296-F34A-F664-2353939E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27" y="658260"/>
            <a:ext cx="6821281" cy="522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8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AF2CAF-4564-6092-5940-6BB111878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03" y="651564"/>
            <a:ext cx="7506065" cy="531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3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757" y="2727754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9600" b="1" dirty="0">
                <a:solidFill>
                  <a:schemeClr val="tx1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583</TotalTime>
  <Words>323</Words>
  <Application>Microsoft Office PowerPoint</Application>
  <PresentationFormat>Widescreen</PresentationFormat>
  <Paragraphs>50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PROBLEM  STATEMENT</vt:lpstr>
      <vt:lpstr>PowerPoint Presentation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nikhil vamsi _</cp:lastModifiedBy>
  <cp:revision>217</cp:revision>
  <dcterms:created xsi:type="dcterms:W3CDTF">2021-07-11T13:13:15Z</dcterms:created>
  <dcterms:modified xsi:type="dcterms:W3CDTF">2026-09-24T13:46:28Z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